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1" r:id="rId4"/>
    <p:sldId id="257" r:id="rId5"/>
    <p:sldId id="258" r:id="rId6"/>
    <p:sldId id="25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87" d="100"/>
          <a:sy n="87" d="100"/>
        </p:scale>
        <p:origin x="40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C00B1-EF98-B214-ABDD-F3894E9842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AB9037-9ECD-24B6-5446-84F01F0CD9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14ED2A-B394-EB68-F507-0C833DF48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57DBA-B991-4663-B802-79B7F7AECA00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214ADF-C9DE-DA73-EBA3-934BE86E6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E7C5E2-E9BE-828A-B945-8C02A8137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1B949-BAC7-4D5A-BF30-48A815DF91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56813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31C68-E9F8-2DAA-CF24-4A5691CAF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F0DF5B-D409-93C4-9F09-C3F738DDE7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0EEEA5-2383-421F-4E3A-2E7F2E591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57DBA-B991-4663-B802-79B7F7AECA00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777BC3-783C-7262-BDEB-0DE78CABE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2561E5-9C9E-B374-B898-199486D77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1B949-BAC7-4D5A-BF30-48A815DF91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9235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0E6CB-DB51-F35A-25A8-5CDBB7AEB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D9B2F5-1B3F-1476-12FA-384AA360CB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E9A42D-B1DB-0C51-39BA-A0B1569E8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57DBA-B991-4663-B802-79B7F7AECA00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816E0F-DD3F-D5B3-F08B-537AA0166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E946F4-D9CC-CE32-AD7F-6E9AD325D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1B949-BAC7-4D5A-BF30-48A815DF91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22312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EB33D-90B4-EF05-7D84-23BC08529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B1F691-8D87-5FEF-3732-7E468A3A50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208B06-7E17-D8CE-CFD3-EE6095B99F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812D60-70F4-2DF2-8570-F3BE55266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57DBA-B991-4663-B802-79B7F7AECA00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156429-9C4C-AFDE-FCFA-08D928F65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9A635C-054E-4FC1-1559-8E86548FD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1B949-BAC7-4D5A-BF30-48A815DF91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56487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73E1A-DCB1-BFBE-D9D4-21CD986FE9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45D4CA-34AF-A11C-97B0-628FFDCA8C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F1D218-4CBD-1A1D-B180-4C8A141062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BE0CB1-F30E-98E4-12E0-27936B3EC5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6E4EC0-AD89-2B02-F6AF-8BB417FFB5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9F60DF-89AE-BC81-C571-5A72F8053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57DBA-B991-4663-B802-79B7F7AECA00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1A0F70-CD12-D8D4-A3E7-62425DB10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C98D90-3AD7-1BCB-CA5E-662114010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1B949-BAC7-4D5A-BF30-48A815DF91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66854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EC1F6-CEC3-202C-0520-F3D86AE45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5EB790-6DFC-A0C4-9B44-280AC7846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57DBA-B991-4663-B802-79B7F7AECA00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BB352E-B8F2-EA86-E313-9AC693431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688D88-A34D-F22C-60DA-9ED9190EE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1B949-BAC7-4D5A-BF30-48A815DF91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11911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FBF9C2-DF89-CDC2-5912-0AE7CD60E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57DBA-B991-4663-B802-79B7F7AECA00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1BACDA-02BD-A474-A6F3-EB0C1E934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44592A-059B-A7A2-5451-31BC48C5D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1B949-BAC7-4D5A-BF30-48A815DF91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27020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DCB18-89DD-D2A0-D8F6-842741DFD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BAE69D-7D51-5A47-1F30-1315E6EE4C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EC0B7A-2653-8D7F-1BCE-1D6EBF87C5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501C1E-81D5-8265-0518-D8597C4FC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57DBA-B991-4663-B802-79B7F7AECA00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DD15D6-8E10-A1C4-51A8-71DF40574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1746EF-AD0C-163C-D427-DEC9707D9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1B949-BAC7-4D5A-BF30-48A815DF91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0651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97520-34F6-645F-C36D-EFC8AF2C7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B2D1362-3B4C-3F84-D5A7-9B6EE5CAD18D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6B32EB-4066-AF27-76F6-F0024037E1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3605BE-01A5-95B6-8ABA-B9BFCFE40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57DBA-B991-4663-B802-79B7F7AECA00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31DA40-DE50-1347-8DD8-089609DFC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DB9F90-5352-BACD-195E-A2C694336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1B949-BAC7-4D5A-BF30-48A815DF91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91307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F9EA0-AE02-0B17-1DCC-42DCC7583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A5F545-6F12-437F-4B57-8D0DE33572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2377C4-675D-2905-03FB-741D86EAA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57DBA-B991-4663-B802-79B7F7AECA00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88212A-1623-31DA-9608-B4027C2D7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63A2D6-177B-F77B-3A53-D4EA99D24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1B949-BAC7-4D5A-BF30-48A815DF91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05441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19A2CA-3B97-B298-EFB8-1D41877325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3DFFCA-E115-BEE6-48C1-6A5DF02384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8AAFF2-E8C6-FBB0-80EA-66427DD12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57DBA-B991-4663-B802-79B7F7AECA00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A6921F-A63B-D1C7-CF9D-3A63E84CA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09267-29C2-EE6E-9AFC-A3E196C96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1B949-BAC7-4D5A-BF30-48A815DF91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4954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77FF20-32D2-1B42-F319-40C78D282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5C5A58-CA6D-088D-77E8-0C783C8671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67089-E85A-7065-2314-16567DC23A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C57DBA-B991-4663-B802-79B7F7AECA00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C71610-2D0E-2C65-74DD-60AE1F7489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3D144D-36E3-3D89-56D5-0F96601FB3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A1B949-BAC7-4D5A-BF30-48A815DF91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0239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D48C0-8399-C4E3-9691-ABB4512D7FB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Agriculture Data Monitoring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1C2A0D-9BD1-C294-8825-A20810CF172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DSA0401-CO2-AT2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161B44-946B-594A-E163-ABF2CBFEC2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22363" cy="11223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7F13976-BEAE-2D9D-420D-30A4AC19EA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1209" y="0"/>
            <a:ext cx="770792" cy="98424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0CFEECF-EDC0-EB12-A585-C06ED22CE4D5}"/>
              </a:ext>
            </a:extLst>
          </p:cNvPr>
          <p:cNvSpPr txBox="1"/>
          <p:nvPr/>
        </p:nvSpPr>
        <p:spPr>
          <a:xfrm>
            <a:off x="8036170" y="4692749"/>
            <a:ext cx="38334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By:</a:t>
            </a:r>
          </a:p>
          <a:p>
            <a:r>
              <a:rPr lang="en-US" dirty="0" err="1"/>
              <a:t>P.Vishwa</a:t>
            </a:r>
            <a:r>
              <a:rPr lang="en-US" dirty="0"/>
              <a:t> Nandan(192473015)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469385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FC575-4549-8329-886B-C4894B9F1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3338" y="365125"/>
            <a:ext cx="9988062" cy="1325563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F9458C-2A15-7F7C-F7DF-73DDF3880E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just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agriculture uses technology to improve farming.</a:t>
            </a:r>
          </a:p>
          <a:p>
            <a:pPr lvl="0" algn="just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Sensors collect temperature and humidity data.</a:t>
            </a:r>
          </a:p>
          <a:p>
            <a:pPr lvl="0" algn="just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Soil moisture sensors measure water levels in soil.</a:t>
            </a:r>
          </a:p>
          <a:p>
            <a:pPr lvl="0" algn="just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Crop growth data helps monitor plant development.</a:t>
            </a:r>
          </a:p>
          <a:p>
            <a:pPr lvl="0" algn="just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libraries help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understand the collected data.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DA5389-E623-84B5-4EBC-5C66B84A24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22363" cy="11223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5D7CAE6-2739-2CF8-8393-92CB079AE6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1209" y="0"/>
            <a:ext cx="770792" cy="984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38043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71602-0119-996E-64CA-C5FF79704C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9715" y="365125"/>
            <a:ext cx="10023232" cy="1325563"/>
          </a:xfrm>
        </p:spPr>
        <p:txBody>
          <a:bodyPr/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NumPy for Numerical Computation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FA7EA9-4880-CB2A-42BF-42CFC2EDF8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NumPy is used for numerical calculations.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calculates average temperature and humidity.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identifies minimum and maximum sensor readings.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processes large amounts of numerical data.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check whether conditions are suitable for crop growth.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802B73-A0F6-E557-1F24-8A071A1DA4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22363" cy="11223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DD2569B-E16F-2ECE-60E8-0776DD93A9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1209" y="0"/>
            <a:ext cx="770792" cy="984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1559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E668C-E84F-1511-A796-77E86A642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365125"/>
            <a:ext cx="10131792" cy="1325563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 for Organizing Sensor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770683-73C1-68CC-55FE-C1E762DF75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 organizes sensor readings into tables.</a:t>
            </a:r>
          </a:p>
          <a:p>
            <a:pPr lvl="0">
              <a:lnSpc>
                <a:spcPct val="150000"/>
              </a:lnSpc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DataFrames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store temperature, humidity, and soil moisture.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identify missing and duplicate values.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filters data based on dates and sensor readings.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compare crop conditions over time</a:t>
            </a:r>
            <a:r>
              <a:rPr lang="en-IN" dirty="0"/>
              <a:t>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F76947-C6B1-CB64-3568-368DA6D454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1209" y="0"/>
            <a:ext cx="770792" cy="9842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8C0953E-341A-D88F-1B88-65C7F59799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122363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9684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D793B-D069-3FB6-204A-5729EB64D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808" y="0"/>
            <a:ext cx="9645162" cy="1325563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Scikit-Learn and Visualization Libraries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730811-9A8A-4A39-BF2C-5930D3D483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131"/>
            <a:ext cx="10515600" cy="5380892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Scikit-Learn</a:t>
            </a:r>
          </a:p>
          <a:p>
            <a:pPr lvl="0">
              <a:lnSpc>
                <a:spcPct val="120000"/>
              </a:lnSpc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Builds machine learning models.</a:t>
            </a:r>
          </a:p>
          <a:p>
            <a:pPr lvl="0">
              <a:lnSpc>
                <a:spcPct val="120000"/>
              </a:lnSpc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Classifies crop conditions using training data.</a:t>
            </a:r>
          </a:p>
          <a:p>
            <a:pPr lvl="0">
              <a:lnSpc>
                <a:spcPct val="120000"/>
              </a:lnSpc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predict crop growth and identify potential problems.</a:t>
            </a:r>
          </a:p>
          <a:p>
            <a:pPr lvl="0">
              <a:lnSpc>
                <a:spcPct val="120000"/>
              </a:lnSpc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data-based agricultural decisions.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Libraries</a:t>
            </a:r>
          </a:p>
          <a:p>
            <a:pPr lvl="0">
              <a:lnSpc>
                <a:spcPct val="120000"/>
              </a:lnSpc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Matplotlib creates graphs and charts.</a:t>
            </a:r>
          </a:p>
          <a:p>
            <a:pPr lvl="0">
              <a:lnSpc>
                <a:spcPct val="120000"/>
              </a:lnSpc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Seaborn displays patterns and relationships in data.</a:t>
            </a:r>
          </a:p>
          <a:p>
            <a:pPr lvl="0">
              <a:lnSpc>
                <a:spcPct val="120000"/>
              </a:lnSpc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graphs show changes in temperature and humidity.</a:t>
            </a:r>
          </a:p>
          <a:p>
            <a:pPr lvl="0">
              <a:lnSpc>
                <a:spcPct val="120000"/>
              </a:lnSpc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Charts help researchers understand crop conditions.</a:t>
            </a:r>
          </a:p>
          <a:p>
            <a:pPr>
              <a:lnSpc>
                <a:spcPct val="160000"/>
              </a:lnSpc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116688-47C8-0ECD-315F-F73DC2F726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1209" y="0"/>
            <a:ext cx="770792" cy="9842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263321D-0EB3-CD5B-82A0-A3B5A93538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122363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17390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53E98-46EE-8252-A637-82AE3039B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4015" y="321460"/>
            <a:ext cx="9645163" cy="1325563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40C188-AF91-0256-62DD-4C3A10040E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NumPy performs numerical calculations.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 organizes and manages sensor data.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Scikit-Learn helps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predict crop conditions.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Matplotlib and Seaborn present data visually.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libraries help researchers make informed agricultural decisions.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86D2E6-93FF-00EB-B4AD-C53BF1D0E4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1209" y="0"/>
            <a:ext cx="770792" cy="9842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95CA418-5D62-2C97-F9B3-F7F8D3CD87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122363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5693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251</Words>
  <Application>Microsoft Office PowerPoint</Application>
  <PresentationFormat>Widescreen</PresentationFormat>
  <Paragraphs>39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Times New Roman</vt:lpstr>
      <vt:lpstr>Office Theme</vt:lpstr>
      <vt:lpstr>Smart Agriculture Data Monitoring</vt:lpstr>
      <vt:lpstr>Introduction</vt:lpstr>
      <vt:lpstr>NumPy for Numerical Computation </vt:lpstr>
      <vt:lpstr>Pandas for Organizing Sensor Data</vt:lpstr>
      <vt:lpstr>Scikit-Learn and Visualization Libraries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Pakala Vishwa nandan reddy</dc:creator>
  <cp:lastModifiedBy>Pakala Vishwa nandan reddy</cp:lastModifiedBy>
  <cp:revision>1</cp:revision>
  <dcterms:created xsi:type="dcterms:W3CDTF">2026-10-20T15:54:56Z</dcterms:created>
  <dcterms:modified xsi:type="dcterms:W3CDTF">2026-10-20T15:55:26Z</dcterms:modified>
</cp:coreProperties>
</file>